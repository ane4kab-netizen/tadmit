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מתן אישור רפואי לחזרה</a:t>
            </a:r>
            <a:endParaRPr lang="en-US" sz="4600" dirty="0"/>
          </a:p>
          <a:p>
            <a:pPr rtl="1" algn="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למוסדות חינוך לאחר מחלה מידבקת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3200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פי נוהל משרד הבריאות וההסתדרות הרפואית בישראל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ד״ר אלכס גורי  •  פרופ׳ אפרים בילבסקי  •  פרופ׳ גליה גריסרו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החוג למחלות זיהומיות בילדים  |  נובמבר 2023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המצגת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41732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הנוהל ועקרונות כלליים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92640" y="219456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0" y="21945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הילד יכול להישאר במסגרת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92640" y="297180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2971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יש להוציא את הילד מהמסגרת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692640" y="374904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3749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מחלות מערכת העיכול – שלשולים והקאות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92640" y="452628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4526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זיהומים ספציפיים – הפטיטיס A, אימפטיגו, סטרפטוקוק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692640" y="5303520"/>
            <a:ext cx="82296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5303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טבלה מסכמת – אישור חזרה למסגרת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הנוהל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להגדיר מתי ילד שחלה במחלה מידבקת רשאי לחזור למוסד חינוכי או למעון, באופן שמאזן בין בריאות הילד, בריאות הסביבה ויכולת הצוות לטפל בכלל הילדים.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7033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0"/>
            <a:ext cx="37033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טובת הילד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מצבו הקליני של הילד הוא הקריטריון המרכזי – לא רק האבחנה.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2926080"/>
            <a:ext cx="37033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926080"/>
            <a:ext cx="37033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בריאות הסביבה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402336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מניעת הדבקה במסגרת תוך הימנעות מהרחקה מיותרת.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0" y="2926080"/>
            <a:ext cx="37033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926080"/>
            <a:ext cx="3703320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יכולת הצוות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03920" y="402336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חולה מאוד מצריך טיפול שמונע מהצוות לטפל בשאר הילדים.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 כלליים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153619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ההחלטה מבוססת על מצבו הקליני של הילד – ולא רק על שם המחלה.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292840" y="24048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928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 בסיסי בכל המקרים: הילד מרגיש טוב מספיק להשתתף בפעילות.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292840" y="32735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9284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חום מעל 38°C מחייב הרחקה עד 24 שעות ללא חום (ללא משככי חום).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292840" y="41422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928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סימני אזהרה: ישנוניות, אפטיות, קוצר נשימה, פריחה מתפשטת, כאב חד מתמשך.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292840" y="50109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9284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במקרים מיוחדים – נדרש תיאום פרטני עם לשכת הבריאות הנפתית.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צורך בהרחקה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מצבים שבהם הילד יכול להישאר במסגרת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בתנאי שהילד מרגיש טוב, ללא חום ומסוגל להשתתף בפעילות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0" y="16916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09960" y="1691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נזלת, כאב גרון או שיעול קל – ללא חום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6916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691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דלקת אוזניים קלה – ללא חום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6060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0" y="26060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09960" y="26060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6060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דלקת לחמית קלה – ללא הפרשות, כאב או נפיחות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26060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6060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26060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פריחה מוכרת, ללא חום וללא שינוי בהתנהגות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0" y="35204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09960" y="3520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מולוסקום קונטגיוזום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35204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520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35204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כינמת – לאחר תחילת טיפול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0" y="44348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09960" y="44348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4652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הרפס בשפה (Herpes labialis)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44348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44348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008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נשאות אסימפטומטית של חיידקים עמידים (ESBL, CRE, MRSA)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63640" y="53492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612880" y="53492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09960" y="53492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46520" y="5349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תולעי סיכה (Enterobiasis)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53492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6440" y="5349240"/>
            <a:ext cx="137160" cy="777240"/>
          </a:xfrm>
          <a:prstGeom prst="rect">
            <a:avLst/>
          </a:prstGeom>
          <a:solidFill>
            <a:srgbClr val="2C7A4F"/>
          </a:solidFill>
          <a:ln w="12700">
            <a:solidFill>
              <a:srgbClr val="2C7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53492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4F"/>
                </a:solidFill>
              </a:rPr>
              <a:t>✓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40080" y="53492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ילדים עם HBV, HCV או HIV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חובת הרחקה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יש להוציא את הילד מהמסגרת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תסמינים כלליים המחייבים הרחקה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0" y="16002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חום ≥ 38°C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דרך מדידה שסוכמה עם ההורים.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6002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מחלה שמונעת השתתפות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הילד אינו מסוגל להשתתף בפעילות המסגרת בנוחות.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0" y="32004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שמכביד על הצוות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38862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שפוגע ביכולת הצוות לטפל בשאר הילדים.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32004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סימני מחלה מובהקים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ישנוניות, אפטיות, אי-שקט, בכי מתמשך ללא הסבר.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48006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0" y="48006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937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מצוקה נשימתית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קוצר נשימה, נשימות מהירות או נשימה רעשנית.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8006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4800600"/>
            <a:ext cx="137160" cy="1463040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37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כאב חד ממושך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כאבי ראש, בטן, רגל או חזה שאינם חולפים.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העיכול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שלשולים – הנחיות חזרה למסגרת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להוציא?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567160" y="1947672"/>
            <a:ext cx="164592" cy="164592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783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גמול שאינו מסוגל להתאפק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567160" y="2514600"/>
            <a:ext cx="164592" cy="164592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3500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לא גמול – יציאות ״גולשות״ מהטיטול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567160" y="3081528"/>
            <a:ext cx="164592" cy="164592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9169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2 יציאות מעבר לרגיל ביום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567160" y="3648456"/>
            <a:ext cx="164592" cy="164592"/>
          </a:xfrm>
          <a:prstGeom prst="rect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48386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יציאות עם דם או ריר – להפנות לרופא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לחזור?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783080"/>
            <a:ext cx="1371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שעות לאחר הפסקת השלשול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Shigella, Salmonella (non-typhi), Campylobacter, Rotavirus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926080"/>
            <a:ext cx="1371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שעות לאחר הפסקת השלשול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Cryptosporidium, Norovirus, Giardia lamblia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4069080"/>
            <a:ext cx="1371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60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תיאום פרטני עם לשכת הבריאות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Salmonella typhi / paratyphi, HUS (E. coli STX)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48640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8E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שים לב:  בקריפטוספורידיום – להימנע מבריכות ציבוריות 14 ימים מהפסקת השלשול. בשיגלה / קמפילובקטר – לשקול אנטיביוטיקה לפחות יומיים לפני החזרה.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הקאות והפטיטיס 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371600"/>
            <a:ext cx="54864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הקאות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103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להוציא ילד אם הקיא פעמיים או יותר בתוך 24 שעות.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9260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חריג: רופא קבע שההקאות אינן מחלה מידבקת ושאין סכנת התייבשות.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3840480"/>
            <a:ext cx="512064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למסגרת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4343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24 שעות מהפסקת ההקאות.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5F5F5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הפטיטיס A (HAV)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532120" y="2212848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1031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פעולה בהתאם להנחיות לשכת הבריאות הנפתית.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32120" y="3355848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למסגרת לפחות שבוע לאחר הופעת הצהבת.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532120" y="4498848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וידוא שכל הילדים והצוות חוסנו ב-HAV לפחות שבועיים קודם, או קיבלו חיסון / אימונוגלובולינים לאחר חשיפה.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אימפטיגו ודלקת גרון סטרפטוקוקלית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371600"/>
            <a:ext cx="5486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371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אימפטיגו / פצעים מוגלתיים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3796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הרחקה: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697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תחילת טיפול אנטיביוטי שנקבע על-ידי הרופא המטפל.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3931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תחילת הטיפול האנטיביוטי – ניתן להחזיר את הילד.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המלצה: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5166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לכסות את הנגעים, אם ניתן, עד להחלמה מלאה.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Tonsillitis (Strep A)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הרחקה: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עם בידוד סטרפטוקוק A מקבוצה בטא-המוליטי.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 לחזרה: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שעות ללא חום.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נוסף: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לפחות 12 שעות מתחילת טיפול אנטיביוטי מתאים.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טבלה מסכמת – נספח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574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416552"/>
              </a:tblGrid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הערות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אישור חזרה למסגרת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מצב רפואי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שעות ללא חום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כל מחלת חום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מניעה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נזלת, שיעול קל, דלקת אוזניים קלה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כאב, הפרשות או נפיחות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רק אם קלה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דלקת לחמית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מניעה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HIV, HBV, HCV, EBV, CMV, Parvo B19, Herpes labialis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אין מניעה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Molluscum / נשאות MRSA / Enterobiasis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ראה פירוט בטקסט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שעות לאחר חלוף השלשול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שלשולים (גורם לא ידוע)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שעות לאחר השלשול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Shigella, Salmonella, Campylobacter, Rotavirus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להימנע מבריכות 14 ימים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שעות לאחר השלשול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Cryptosporidium, Norovirus, Giardia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בתיאום עם לשכת הבריאות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Salmonella typhi/paratyphi, HUS (STEC)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שעות לאחר הפסקת ההקאות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הקאות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בתיאום עם לשכת הבריאות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שבוע מהופעת צהבת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Hepatitis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מומלץ לכסות נגעים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לאחר תחילת טיפול אנטיביוטי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Impetigo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שעות ללא חום + 12 שעות אנטיביוטיקה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Tonsillitis – Strep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1280160"/>
            <a:ext cx="1145743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9184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חזרה למסגרת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12801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רפואי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עיקרי הדברים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601200" y="1051560"/>
            <a:ext cx="21031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16916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35640" y="1691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37960" y="17373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הקריטריון העיקרי הוא הרגשת הילד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 שמרגיש טוב, ללא חום, יכול להישאר במסגרת גם עם תסמינים קלים.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69164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91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חום מעל 38°C = הרחקה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חזרה רק לאחר 24 שעות ללא חום וללא משככי חום.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4904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406908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35640" y="4069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7960" y="4114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שלשולים – להתייחס לגורם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37960" y="48920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ל-24/48 שעות לפי המחולל; דם או ריר – פנייה לרופא.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406908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069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מקרים מיוחדים = לשכת בריאות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Hepatitis A, S. typhi/paratyphi, HUS – תיאום עם הרופא המחוזי.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עמדה – חזרת ילדים למוסדות חינוך אחרי מחלה מידבקת | משרד הבריאות / ההסתדרות הרפואית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3200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657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ודיון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8F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נייר עמדה של החוג למחלות זיהומיות בילדים, ההסתדרות הרפואית בישראל, נובמבר 2023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2026-06-12T12:38:58Z</dcterms:created>
  <dcterms:modified xsi:type="dcterms:W3CDTF">2026-06-12T12:38:58Z</dcterms:modified>
</cp:coreProperties>
</file>